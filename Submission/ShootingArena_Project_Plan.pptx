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3557016" cy="1865376"/>
          </a:xfrm>
          <a:custGeom>
            <a:avLst/>
            <a:gdLst/>
            <a:ahLst/>
            <a:cxnLst/>
            <a:rect l="l" t="t" r="r" b="b"/>
            <a:pathLst>
              <a:path w="3557016" h="1865376">
                <a:moveTo>
                  <a:pt x="0" y="0"/>
                </a:moveTo>
                <a:lnTo>
                  <a:pt x="1691640" y="0"/>
                </a:lnTo>
                <a:lnTo>
                  <a:pt x="3557016" y="1865376"/>
                </a:lnTo>
                <a:lnTo>
                  <a:pt x="1865376" y="1865376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877824"/>
            <a:ext cx="987552" cy="987552"/>
          </a:xfrm>
          <a:custGeom>
            <a:avLst/>
            <a:gdLst/>
            <a:ahLst/>
            <a:cxnLst/>
            <a:rect l="l" t="t" r="r" b="b"/>
            <a:pathLst>
              <a:path w="987552" h="987552">
                <a:moveTo>
                  <a:pt x="0" y="0"/>
                </a:moveTo>
                <a:lnTo>
                  <a:pt x="987552" y="987552"/>
                </a:lnTo>
                <a:lnTo>
                  <a:pt x="0" y="987552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2093976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#Unreal Engine 5   #C++ / Blueprint   #Dedicated Server   #AI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2450592"/>
            <a:ext cx="99029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Shooting Arena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3456432"/>
            <a:ext cx="9902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퀘이크 스타일 멀티플레이 아레나 슈터 - 프로젝트 기획서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1952" y="4443984"/>
            <a:ext cx="2798064" cy="18288"/>
          </a:xfrm>
          <a:prstGeom prst="rect">
            <a:avLst/>
          </a:prstGeom>
          <a:solidFill>
            <a:srgbClr val="9A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1952" y="4645152"/>
            <a:ext cx="82296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Unreal Engine 5  |  2025.11 ~ 진행 중  |  팀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4974336"/>
            <a:ext cx="82296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github.com/Qusbell/BattleArena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123444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123444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프로젝트 소개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54533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개요, 개발 환경,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2952" y="123444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178308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178308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09397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플레이 방식, 게임 화면, 유사 게임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2952" y="178308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04~06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33172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3317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시스템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642615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클라이언트 · 서버 · 데이터/AI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2952" y="233172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1952" y="288036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288036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상세 구현 작업목록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2032" y="319125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기능별로 어디까지 만들었는지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2952" y="288036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08~11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1952" y="342900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2032" y="342900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코드 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73989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C++ · 블루프린트 핵심 로직과 캡처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2952" y="34290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12~20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1952" y="3977639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42032" y="3977639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활용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428853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게임 내 AI, 개발 과정의 AI 활용, 프롬프트 사례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3977639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21~23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1952" y="4526279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2032" y="4526279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일정 계획표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5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구현 목록별 로드맵과 마일스톤 (지스타용 빌드 11/17)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4526279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1952" y="507492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42032" y="50749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일일 계획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2032" y="538581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기말까지 하루 단위 작업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02952" y="507492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25~28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01952" y="5623560"/>
            <a:ext cx="63093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62356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제출물 구성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2032" y="5934456"/>
            <a:ext cx="7223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제출 항목 체크리스트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2952" y="562356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p.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빠르게 움직이고 아이템을 두고 싸우는 멀티플레이 아레나 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55064"/>
            <a:ext cx="10671048" cy="4572000"/>
          </a:xfrm>
          <a:prstGeom prst="roundRect">
            <a:avLst>
              <a:gd name="adj" fmla="val 400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82880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6" y="182880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PC (Windows)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2880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장르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828800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멀티플레이 아레나 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2286000"/>
            <a:ext cx="9902952" cy="9144"/>
          </a:xfrm>
          <a:prstGeom prst="rect">
            <a:avLst/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37744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개발 인원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6" y="237744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팀 프로젝트 (기여자 10명 내외)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37744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개발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2983" y="2377440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2025.11 ~ 2026.12 초 (기말 제출)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34640"/>
            <a:ext cx="9902952" cy="9144"/>
          </a:xfrm>
          <a:prstGeom prst="rect">
            <a:avLst/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92608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292608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Unreal Engine 5, C++ + Blueprint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292608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네트워크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72983" y="2926080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Dedicated Server, Steam / EOS 세션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3383280"/>
            <a:ext cx="9902952" cy="9144"/>
          </a:xfrm>
          <a:prstGeom prst="rect">
            <a:avLst/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347472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협업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47472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GitHub (커밋 2,500+), 기능별 브랜치 / 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3474720"/>
            <a:ext cx="1271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2983" y="3474720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DataTable · DataAsset으로 밸런스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3931920"/>
            <a:ext cx="9902952" cy="9144"/>
          </a:xfrm>
          <a:prstGeom prst="rect">
            <a:avLst/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114800"/>
            <a:ext cx="127101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6" y="4114800"/>
            <a:ext cx="86319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퀘이크처럼 빠르고 아이템 싸움이 재밌는 아레나 슈터를 팀으로 만들고 있다. 11/17까지 지스타에 가져갈 빌드를 완성하고, 지스타가 끝나면 Steam에 올릴 수 있게 구조를 바꿔서 최종 빌드를 제출한다.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937760"/>
            <a:ext cx="127101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이런 게임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4016" y="4937760"/>
            <a:ext cx="863193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6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점프패드와 포탈 같은 맵 기믹, 대쉬 · 파쿠르 · 슬라이딩으로 빠르게 움직인다</a:t>
            </a:r>
          </a:p>
          <a:p>
            <a:pPr algn="l" marL="228600" indent="-228600">
              <a:spcAft>
                <a:spcPts val="6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무기와 아이템 · 버프를 먼저 차지하려는 경쟁이 핵심이다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킬스트릭 음성, 데스캠, 복수 대상 표시로 한 판의 재미를 살렸다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Game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로비에서 시작해 결과 화면까지, 한 판은 이렇게 흘러간다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8" name="IMG_로비"/>
          <p:cNvSpPr/>
          <p:nvPr/>
        </p:nvSpPr>
        <p:spPr>
          <a:xfrm>
            <a:off x="758952" y="1600200"/>
            <a:ext cx="2441448" cy="1965960"/>
          </a:xfrm>
          <a:prstGeom prst="roundRect">
            <a:avLst>
              <a:gd name="adj" fmla="val 5581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0200"/>
            <a:ext cx="244144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로비 화면 캡처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3675887"/>
            <a:ext cx="347472" cy="347472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675887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3675887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9651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닉네임을 정하고 캐릭터를 고른다</a:t>
            </a:r>
          </a:p>
        </p:txBody>
      </p:sp>
      <p:sp>
        <p:nvSpPr>
          <p:cNvPr id="14" name="IMG_맵 선택"/>
          <p:cNvSpPr/>
          <p:nvPr/>
        </p:nvSpPr>
        <p:spPr>
          <a:xfrm>
            <a:off x="3502152" y="1600200"/>
            <a:ext cx="2441448" cy="1965960"/>
          </a:xfrm>
          <a:prstGeom prst="roundRect">
            <a:avLst>
              <a:gd name="adj" fmla="val 5581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600200"/>
            <a:ext cx="244144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 선택 화면 캡처</a:t>
            </a:r>
          </a:p>
        </p:txBody>
      </p:sp>
      <p:sp>
        <p:nvSpPr>
          <p:cNvPr id="16" name="Oval 15"/>
          <p:cNvSpPr/>
          <p:nvPr/>
        </p:nvSpPr>
        <p:spPr>
          <a:xfrm>
            <a:off x="3502152" y="3675887"/>
            <a:ext cx="347472" cy="347472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675887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1064" y="3675887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409651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맵과 난이도를 정한다</a:t>
            </a:r>
          </a:p>
        </p:txBody>
      </p:sp>
      <p:sp>
        <p:nvSpPr>
          <p:cNvPr id="20" name="IMG_매치"/>
          <p:cNvSpPr/>
          <p:nvPr/>
        </p:nvSpPr>
        <p:spPr>
          <a:xfrm>
            <a:off x="6245352" y="1600200"/>
            <a:ext cx="2441448" cy="1965960"/>
          </a:xfrm>
          <a:prstGeom prst="roundRect">
            <a:avLst>
              <a:gd name="adj" fmla="val 5581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1600200"/>
            <a:ext cx="244144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매치 화면 캡처</a:t>
            </a:r>
          </a:p>
        </p:txBody>
      </p:sp>
      <p:sp>
        <p:nvSpPr>
          <p:cNvPr id="22" name="Oval 21"/>
          <p:cNvSpPr/>
          <p:nvPr/>
        </p:nvSpPr>
        <p:spPr>
          <a:xfrm>
            <a:off x="6245352" y="3675887"/>
            <a:ext cx="347472" cy="347472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5352" y="3675887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4264" y="3675887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매치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409651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아이템과 무기를 먹으며 킬을 쌓는다</a:t>
            </a:r>
          </a:p>
        </p:txBody>
      </p:sp>
      <p:sp>
        <p:nvSpPr>
          <p:cNvPr id="26" name="IMG_결과"/>
          <p:cNvSpPr/>
          <p:nvPr/>
        </p:nvSpPr>
        <p:spPr>
          <a:xfrm>
            <a:off x="8988552" y="1600200"/>
            <a:ext cx="2441448" cy="1965960"/>
          </a:xfrm>
          <a:prstGeom prst="roundRect">
            <a:avLst>
              <a:gd name="adj" fmla="val 5581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88552" y="1600200"/>
            <a:ext cx="244144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결과 화면 캡처</a:t>
            </a:r>
          </a:p>
        </p:txBody>
      </p:sp>
      <p:sp>
        <p:nvSpPr>
          <p:cNvPr id="28" name="Oval 27"/>
          <p:cNvSpPr/>
          <p:nvPr/>
        </p:nvSpPr>
        <p:spPr>
          <a:xfrm>
            <a:off x="8988552" y="3675887"/>
            <a:ext cx="347472" cy="347472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88552" y="3675887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7464" y="3675887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409651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킬 / 데스 순위를 보고 로비로 돌아간다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4754880"/>
            <a:ext cx="5248656" cy="1508760"/>
          </a:xfrm>
          <a:prstGeom prst="roundRect">
            <a:avLst>
              <a:gd name="adj" fmla="val 121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4919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CAMPAIGN  -  AI 봇 대전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5285232"/>
            <a:ext cx="4663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3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맵과 난이도를 고르면 AI 봇이 상대가 된다</a:t>
            </a:r>
          </a:p>
          <a:p>
            <a:pPr algn="l" marL="228600" indent="-228600">
              <a:spcAft>
                <a:spcPts val="3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혼자서도 한 판을 처음부터 끝까지 할 수 있다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난이도에 따라 봇의 수와 종류가 달라진다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1344" y="4754880"/>
            <a:ext cx="5248656" cy="1508760"/>
          </a:xfrm>
          <a:prstGeom prst="roundRect">
            <a:avLst>
              <a:gd name="adj" fmla="val 121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01383" y="4919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MULTIPLAYER  -  온라인 대전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3" y="5285232"/>
            <a:ext cx="4663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3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여러 명이 한 서버에 접속해서 대전한다</a:t>
            </a:r>
          </a:p>
          <a:p>
            <a:pPr algn="l" marL="228600" indent="-228600">
              <a:spcAft>
                <a:spcPts val="3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매치가 끝나면 같이 결과를 보고 로비로 돌아간다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 / 데스 순위로 승패를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In-Game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실제 플레이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8" name="IMG_이동"/>
          <p:cNvSpPr/>
          <p:nvPr/>
        </p:nvSpPr>
        <p:spPr>
          <a:xfrm>
            <a:off x="758952" y="1572768"/>
            <a:ext cx="5248656" cy="1874519"/>
          </a:xfrm>
          <a:prstGeom prst="roundRect">
            <a:avLst>
              <a:gd name="adj" fmla="val 5853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572768"/>
            <a:ext cx="5248656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이동 장면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93008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이동: 점프패드와 포탈</a:t>
            </a:r>
          </a:p>
        </p:txBody>
      </p:sp>
      <p:sp>
        <p:nvSpPr>
          <p:cNvPr id="11" name="IMG_전투"/>
          <p:cNvSpPr/>
          <p:nvPr/>
        </p:nvSpPr>
        <p:spPr>
          <a:xfrm>
            <a:off x="6181344" y="1572768"/>
            <a:ext cx="5248656" cy="1874519"/>
          </a:xfrm>
          <a:prstGeom prst="roundRect">
            <a:avLst>
              <a:gd name="adj" fmla="val 5853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1572768"/>
            <a:ext cx="5248656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전투 장면 캡처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3493008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전투: 무기와 킬 연출</a:t>
            </a:r>
          </a:p>
        </p:txBody>
      </p:sp>
      <p:sp>
        <p:nvSpPr>
          <p:cNvPr id="14" name="IMG_아이템"/>
          <p:cNvSpPr/>
          <p:nvPr/>
        </p:nvSpPr>
        <p:spPr>
          <a:xfrm>
            <a:off x="758952" y="3931920"/>
            <a:ext cx="5248656" cy="1874519"/>
          </a:xfrm>
          <a:prstGeom prst="roundRect">
            <a:avLst>
              <a:gd name="adj" fmla="val 5853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931920"/>
            <a:ext cx="5248656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아이템 장면 캡처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5852160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아이템과 버프</a:t>
            </a:r>
          </a:p>
        </p:txBody>
      </p:sp>
      <p:sp>
        <p:nvSpPr>
          <p:cNvPr id="17" name="IMG_UI"/>
          <p:cNvSpPr/>
          <p:nvPr/>
        </p:nvSpPr>
        <p:spPr>
          <a:xfrm>
            <a:off x="6181344" y="3931920"/>
            <a:ext cx="5248656" cy="1874519"/>
          </a:xfrm>
          <a:prstGeom prst="roundRect">
            <a:avLst>
              <a:gd name="adj" fmla="val 5853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3931920"/>
            <a:ext cx="5248656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UI 장면 캡처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52160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HUD와 결과 화면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Similar Games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비슷한 게임과 비교한 Shooting Arena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62763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62763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닮은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763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Shooting Arena는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1956816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1956816"/>
            <a:ext cx="23774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Quake III Arena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6"/>
            <a:ext cx="3566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빠르게 달리고 점프패드를 타며 아이템을 두고 싸운다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956816"/>
            <a:ext cx="384048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이동기와 맵 기믹을 훨씬 많이 넣었다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3035808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035808"/>
            <a:ext cx="23774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Unreal Tournament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35808"/>
            <a:ext cx="3566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무기와 버프가 다양하고 봇과도 대전할 수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35808"/>
            <a:ext cx="384048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봇 캠페인과 킬 연출을 강화했다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4114800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14800"/>
            <a:ext cx="23774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Overwatch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14800"/>
            <a:ext cx="3566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캐릭터마다 특성이 있고, 킬캠과 결과 화면이 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114800"/>
            <a:ext cx="384048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캐릭터와 특성을 데이터로 관리해서 바꾸기 쉽다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193792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193792"/>
            <a:ext cx="23774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Apex Legends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93792"/>
            <a:ext cx="3566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이동 중심의 전투, 죽으면 아이템을 떨어뜨린다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193792"/>
            <a:ext cx="384048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사망 드롭에 짧은 한 판의 아레나 구성을 더했다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클라이언트, 서버, 데이터가 맡은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55064"/>
            <a:ext cx="3300984" cy="3328416"/>
          </a:xfrm>
          <a:prstGeom prst="roundRect">
            <a:avLst>
              <a:gd name="adj" fmla="val 554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01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395728"/>
            <a:ext cx="27889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입력, HUD, 카메라를 처리한다</a:t>
            </a:r>
          </a:p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포탈 화면, 로딩 화면, BGM처럼 플레이어마다 따로 처리해도 되는 것들을 맡는다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서버가 정한 결과를 화면에 보여 준다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87368" y="3200400"/>
            <a:ext cx="329184" cy="256032"/>
          </a:xfrm>
          <a:prstGeom prst="rightArrow">
            <a:avLst/>
          </a:prstGeom>
          <a:solidFill>
            <a:srgbClr val="9A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71416" y="1655064"/>
            <a:ext cx="3300984" cy="3328416"/>
          </a:xfrm>
          <a:prstGeom prst="roundRect">
            <a:avLst>
              <a:gd name="adj" fmla="val 554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1901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95728"/>
            <a:ext cx="27889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매치 진행과 판정은 서버가 쥐고 있다</a:t>
            </a:r>
          </a:p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 인정, 아이템 스폰, 사망 드롭도 서버가 결정한다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전환과 접속 · 재접속도 서버가 관리한다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99831" y="3200400"/>
            <a:ext cx="329184" cy="256032"/>
          </a:xfrm>
          <a:prstGeom prst="rightArrow">
            <a:avLst/>
          </a:prstGeom>
          <a:solidFill>
            <a:srgbClr val="9A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79" y="1655064"/>
            <a:ext cx="3300984" cy="3328416"/>
          </a:xfrm>
          <a:prstGeom prst="roundRect">
            <a:avLst>
              <a:gd name="adj" fmla="val 554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1901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DATA &amp;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395728"/>
            <a:ext cx="27889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캐릭터 · 아이템 · 사운드 설정은 DataTable / DataAsset에 둔다</a:t>
            </a:r>
          </a:p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봇은 Behavior Tree로 움직인다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서버와 클라이언트가 같은 데이터를 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230368"/>
            <a:ext cx="10671048" cy="886968"/>
          </a:xfrm>
          <a:prstGeom prst="roundRect">
            <a:avLst>
              <a:gd name="adj" fmla="val 20618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230368"/>
            <a:ext cx="1005840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공통으로 쓰는 로직은 C++ 컴포넌트와 서브시스템으로, 레벨 · UI · 연출은 블루프린트로 만들었다. 밸런스 값은 DataTable / DataAsset으로 빼 두어서 코드를 건드리지 않고 고칠 수 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Implementation List 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기능별로 어디까지 만들었는지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네트워크 · 서버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로비 / 매치 단일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로비와 매치를 서버 한 개로 합쳤다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선택 · 멀티 접속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 고르는 화면과 서버 접속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8032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로딩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모든 클라이언트가 준비될 때까지 기다렸다가 넘어간다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재접속 · 로비 복귀 투표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재접속 처리, 전원이 찬성하면 로비로 복귀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28032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진행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이동 · 맵 기믹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2824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특수 이동기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2824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달리기 · 대쉬 · 파쿠르 · 슬라이딩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50424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0424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9944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JumpPad 궤도 솔버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목표 지점에 정확히 떨어지는 점프패드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50424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0424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9944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포탈 / 텔레포트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2824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각자 시점에 맞게 그려지는 포탈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50424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50424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9944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2824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제작 · 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92824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 계열 맵 여러 개, 기믹 배치와 동선 조정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0424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0424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진행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Implementation List 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기능별로 어디까지 만들었는지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무기 · 전투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투사체 수렴 / 조준 정렬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조준선과 총구 방향이 어긋나지 않게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무기 이펙트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빔, 머즐플래시, 1인칭 이펙트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8032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초기 무기 로드아웃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스폰할 때 기본 무기 지급 (데이터로 설정)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 크레딧 판정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마지막으로 때린 사람을 추적해 킬로 인정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28032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아이템 · 버프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2824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아이템 스폰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2824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스폰 위치와 종류를 순서대로 고른다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50424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0424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9944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버프 교대 스폰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ATK / DEF 버프를 번갈아 스폰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50424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0424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9944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버프 연출 · 종료 예고음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2824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버프 효과 연출과 끝나기 전 경고음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50424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50424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9944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2824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사망 드롭 · 스폰 선택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92824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죽으면 아이템을 떨어뜨리고, 스폰 지점을 고른다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0424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0424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Implementation List 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기능별로 어디까지 만들었는지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연출 ·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킬스트릭 보이스 / 데스캠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연속 킬 음성, 죽었을 때 킬러 시점 카메라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복수 대상 · 닉네임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복수 대상 표시, 닉네임 · 아웃라인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8032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BGM · 캐릭터 스폰 사운드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맵이 바뀌어도 이어지는 BGM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결과 화면 · 랭킹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순위표 마무리, 동점 처리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28032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진행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600200"/>
            <a:ext cx="5248656" cy="4663440"/>
          </a:xfrm>
          <a:prstGeom prst="roundRect">
            <a:avLst>
              <a:gd name="adj" fmla="val 3921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AI · 캠페인 · 도구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2240280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2824" y="23500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아이템 판단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2824" y="266090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체력 · 방어구 · 탄약 중 뭘 먼저 먹을지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50424" y="23682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0424" y="2368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9944" y="3218688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3328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타겟 선택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363931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누구와 싸울지 고르고 이동 경로를 잇는다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50424" y="3346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0424" y="33467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9944" y="4197096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430682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캠페인 봇 구성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2824" y="46177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난이도별로 봇의 수와 종류를 구성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50424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50424" y="4325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9944" y="5175504"/>
            <a:ext cx="4791456" cy="868680"/>
          </a:xfrm>
          <a:prstGeom prst="roundRect">
            <a:avLst>
              <a:gd name="adj" fmla="val 1263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2824" y="52852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분석 · 에디터 도구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92824" y="559612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 동선 분석, 블루프린트 일괄 변경 도구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0424" y="5303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0424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진행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Implementation List 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기능별로 어디까지 만들었는지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00200"/>
            <a:ext cx="10671048" cy="3108960"/>
          </a:xfrm>
          <a:prstGeom prst="roundRect">
            <a:avLst>
              <a:gd name="adj" fmla="val 5882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8013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출시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029200" cy="1051560"/>
          </a:xfrm>
          <a:prstGeom prst="roundRect">
            <a:avLst>
              <a:gd name="adj" fmla="val 10434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2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앱 ID · 서브시스템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Steam 서브시스템 설정과 앱 ID 연동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0912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A4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23957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예정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2240280"/>
            <a:ext cx="5029200" cy="1051560"/>
          </a:xfrm>
          <a:prstGeom prst="roundRect">
            <a:avLst>
              <a:gd name="adj" fmla="val 10434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세션 구조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세션 생성 · 참가를 Steam 세션 기반으로 바꾼다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144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A4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96144" y="23957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3474720"/>
            <a:ext cx="5029200" cy="1051560"/>
          </a:xfrm>
          <a:prstGeom prst="roundRect">
            <a:avLst>
              <a:gd name="adj" fmla="val 10434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152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 인증 · 접속 흐름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9776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Dedicated Server 인증과 접속 · 재접속 흐름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10912" y="3630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A4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630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예정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029200" cy="1051560"/>
          </a:xfrm>
          <a:prstGeom prst="roundRect">
            <a:avLst>
              <a:gd name="adj" fmla="val 10434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빌드 패키징 · 최적화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1384" y="39776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Steam용 빌드를 만들고 용량을 줄인다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96144" y="3630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A4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96144" y="3630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예정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Code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제출하는 소스는 C++ 로직과 블루프린트로 이루어져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5248656" cy="4617720"/>
          </a:xfrm>
          <a:prstGeom prst="roundRect">
            <a:avLst>
              <a:gd name="adj" fmla="val 396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C++ (Source)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860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2461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파일 (.h 94 / .cpp 95)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8862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런타임 모듈(ShootingArena)과 에디터 도구 모듈(ShootingArenaEditorTools)</a:t>
            </a:r>
          </a:p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 · 로딩 · 전투 · AI · 아이템 · 연출에서 공통으로 쓰는 로직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컴포넌트, 서브시스템, 블루프린트 함수 라이브러리로 만들어 블루프린트에서 가져다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27632"/>
            <a:ext cx="5248656" cy="4617720"/>
          </a:xfrm>
          <a:prstGeom prst="roundRect">
            <a:avLst>
              <a:gd name="adj" fmla="val 396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3" y="185623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Blueprint (Content)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3" y="22860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560+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3" y="32461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에셋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38862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GameMode, 캐릭터, 무기, 스포너, 맵 기믹, UI(WBP), 애니메이션(ABP)</a:t>
            </a:r>
          </a:p>
          <a:p>
            <a:pPr algn="l" marL="228600" indent="-228600">
              <a:spcAft>
                <a:spcPts val="80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행동 트리 태스크 / 서비스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C++ 컴포넌트와 인터페이스(BPI)로 서로 연결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C++ Core Logic 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서버 흐름, 로딩, 전투를 맡은 C++ 클래스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SERVER &amp; LOADING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LobbyGameMode / LobbyGameState: 로비 상태를 관리하고 매치로 넘겨 준다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LoadingCoordinator: 서버가 맵 전환 준비가 됐는지 판단해서 모든 클라이언트에 알린다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LoadingScreenSubsystem: 맵이 바뀌는 걸 감지해서 로딩 화면을 띄운다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LocalDedicatedServerLibrary: 로컬에서 서버를 쉽게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WEAPON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ProjectileConvergenceComponent: 발사할 때마다 카메라 조준선과 총구 방향을 맞춰 준다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WeaponAimAlignmentComponent + AnimNode: 3인칭 총 조준을 코드로 보정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ProjectileWorldCollisionComponent: 투사체가 벽에 닿는지 따로 검사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InitialWeaponLoadoutComponent: 스폰할 때 기본 무기를 준다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8808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3128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COMBAT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3128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RecentAttackerComponent: 마지막으로 때린 사람을 기억해서 킬로 인정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KillStreakVoiceComponent: 연속 킬 수를 세서 음성을 재생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DeathCamComponent / DeathCamActor: 죽으면 시점을 바꿔 준다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ShooterRevenge / Nickname / Outline: 복수 대상과 닉네임 표시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C++ Core Logic 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AI, 아이템, 에디터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BTService_SelectTarget_R: 누구와 싸울지 고른다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QuakeTargetSelectionAIController: 타겟 선택용 AI 컨트롤러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PathLinkSubsystem: 경로 연결 정보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ITEM &amp; BUFF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BuffSpawnCycleSubsystem: 버프 스폰을 ATK / DEF로 번갈아 바꾼다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ItemSpawnSelectionLibrary: 서버가 다음 스폰 항목을 고른다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DeathDropSubsystem + DeathDropCarrier: 죽을 때 떨어뜨릴 아이템을 모으고, 복제되는 드롭 액터를 만든다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BuffPresentationComponent: DataTable에 적힌 Niagara 이펙트를 붙인다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8808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3128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EDITOR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3128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ShootingArenaEditorTools 모듈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Migration 라이브러리: 기존 블루프린트의 투사체 · 조준 · 사운드 설정을 한꺼번에 옮겨 준다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AnimGraphNode_WeaponAimAlignment: 애니메이션 그래프용 커스텀 노드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ArenaAnalyzeSubsystem: 맵 분석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Core Logic 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게임 흐름, 무기, 아이템 스폰을 만든 블루프린트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GAME FLOW &amp;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BP_LobbyGameMode / GameState / PlayerController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WBP_Lobby, WBP_LobbyMapSelect, WBP_DifficultySelect, WBP_Result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BP_QuakeGameMode, BP_QuakeAIGameMode, BP_MultiplayerAIGameMode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BP_QuakeGameInstance, BP_QuakePlayerState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WEAPON &amp; HELD ITEM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BP_WeaponBase, BP_Weapon_ (MachineGun, Pistol, PlasmaGun, RailGun, RocketLauncher, ShotGun)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BPC_ProjectileFire, BPC_Zoom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BPI_HeldItem, BPI_Weapon 인터페이스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BP_ProjectileBase, BP_PlasmaProjectile, BP_RocketLauncherProjectile: 투사체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8808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3128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SPAWN, ITEM &amp;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3128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BPC_SpawnerManager, BPC_BuffSpawner, BPC_AmmoItemSpawner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BP_ItemSpawnPoint, BP_PlayerSpawnPoint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BP_DropItem, BP_BuffItem, BP_AmmoItem, BP_LifeItem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BPC_Life / BPI_Life: 체력과 사망 처리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Core Logic 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AI, 맵 기믹, 캐릭터,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BP_QuakeAIController2 + BT_QuakeTree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BPC_GoalWeightCalculator: 아이템 가중치 계산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BPC_AIWeaponSelection: 무기 선택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BTTask_SetAIState, BTTask_Unstuck, BTD_IsAlive, EQS_CombatPosition / EQS_RetreatPosition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MAP GIMMICK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BPA_YJS_ JumpPad 4종 (Normal, Direction, LaunchAngle, ApexTime)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BPA_YJS_ Portal OneWay / TwoWay, BP_OneWayPortal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MovingPlatform, CrumblingPlatform, Door, DamagePlate, PressurePlate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BP_JumpPadNavLink: 점프패드와 AI 경로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8808" y="1627632"/>
            <a:ext cx="3441192" cy="4617720"/>
          </a:xfrm>
          <a:prstGeom prst="roundRect">
            <a:avLst>
              <a:gd name="adj" fmla="val 531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3128" y="1856232"/>
            <a:ext cx="2892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CHARACTER &amp;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3128" y="2313432"/>
            <a:ext cx="2892552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BP_ShooterBase, BP_PlayerShooter, BP_AIShooter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BP_QuakePlayerController</a:t>
            </a:r>
          </a:p>
          <a:p>
            <a:pPr algn="l" marL="228600" indent="-228600">
              <a:spcAft>
                <a:spcPts val="70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Steel_ABP_FP / TP: 무기별 애니메이션 블루프린트 17종</a:t>
            </a:r>
          </a:p>
          <a:p>
            <a:pPr algn="l" marL="228600" indent="-228600">
              <a:spcAft>
                <a:spcPts val="0"/>
              </a:spcAft>
              <a:buClr>
                <a:srgbClr val="7FD6B0"/>
              </a:buClr>
              <a:buFont typeface="Malgun Gothic"/>
              <a:buChar char="–"/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WBP_PlayerHUD, WBP_DeathScreen, WBP_PauseMenu, WBP_SettingsMenu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Capture 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그래프 캡처 (대표 항목)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8" name="IMG_BP_LobbyGameMode"/>
          <p:cNvSpPr/>
          <p:nvPr/>
        </p:nvSpPr>
        <p:spPr>
          <a:xfrm>
            <a:off x="758952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BP_LobbyGameMode 그래프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BP_LobbyGameMode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QuakeLike_1_0/GameFlow/Lobby</a:t>
            </a:r>
          </a:p>
        </p:txBody>
      </p:sp>
      <p:sp>
        <p:nvSpPr>
          <p:cNvPr id="12" name="IMG_WBP_Result"/>
          <p:cNvSpPr/>
          <p:nvPr/>
        </p:nvSpPr>
        <p:spPr>
          <a:xfrm>
            <a:off x="6181344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WBP_Result 그래프 캡처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QuakeLike_1_0/GameFlow/UI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Capture 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그래프 캡처 (대표 항목)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8" name="IMG_BPA_YJS_Normal_JumpPad"/>
          <p:cNvSpPr/>
          <p:nvPr/>
        </p:nvSpPr>
        <p:spPr>
          <a:xfrm>
            <a:off x="758952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BPA_YJS_Normal_JumpPad 그래프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BPA_YJS_Normal_JumpPad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QuakeLike_1_0/MapDesign/MapGimmick</a:t>
            </a:r>
          </a:p>
        </p:txBody>
      </p:sp>
      <p:sp>
        <p:nvSpPr>
          <p:cNvPr id="12" name="IMG_BPC_GoalWeightCalculator"/>
          <p:cNvSpPr/>
          <p:nvPr/>
        </p:nvSpPr>
        <p:spPr>
          <a:xfrm>
            <a:off x="6181344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BPC_GoalWeightCalculator 그래프 캡처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BPC_GoalWeightCalculator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QuakeLike_1_0/AI/BP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Capture 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그래프 캡처 (대표 항목)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8" name="IMG_BP_QuakeAIController2"/>
          <p:cNvSpPr/>
          <p:nvPr/>
        </p:nvSpPr>
        <p:spPr>
          <a:xfrm>
            <a:off x="758952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BP_QuakeAIController2 그래프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BP_QuakeAIController2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QuakeLike_1_0/AI/AIC</a:t>
            </a:r>
          </a:p>
        </p:txBody>
      </p:sp>
      <p:sp>
        <p:nvSpPr>
          <p:cNvPr id="12" name="IMG_BP_WeaponBase"/>
          <p:cNvSpPr/>
          <p:nvPr/>
        </p:nvSpPr>
        <p:spPr>
          <a:xfrm>
            <a:off x="6181344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BP_WeaponBase 그래프 캡처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5779008"/>
            <a:ext cx="52486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BP_WeaponBase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6080760"/>
            <a:ext cx="5248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QuakeLike_1_0/HeldItem/Gun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Editor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에디터 스크린샷 2장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8" name="IMG_레벨 뷰포트"/>
          <p:cNvSpPr/>
          <p:nvPr/>
        </p:nvSpPr>
        <p:spPr>
          <a:xfrm>
            <a:off x="758952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레벨 뷰포트 스크린샷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5779008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레벨 뷰포트: 맵 전체와 기믹 배치</a:t>
            </a:r>
          </a:p>
        </p:txBody>
      </p:sp>
      <p:sp>
        <p:nvSpPr>
          <p:cNvPr id="11" name="IMG_블루프린트 에디터"/>
          <p:cNvSpPr/>
          <p:nvPr/>
        </p:nvSpPr>
        <p:spPr>
          <a:xfrm>
            <a:off x="6181344" y="1572768"/>
            <a:ext cx="5248656" cy="4114800"/>
          </a:xfrm>
          <a:prstGeom prst="roundRect">
            <a:avLst>
              <a:gd name="adj" fmla="val 2666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1572768"/>
            <a:ext cx="5248656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에디터 스크린샷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5779008"/>
            <a:ext cx="52486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블루프린트 에디터: 노드 그래프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in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AI 봇이 어떻게 판단하는지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5806440" cy="1097280"/>
          </a:xfrm>
          <a:prstGeom prst="roundRect">
            <a:avLst>
              <a:gd name="adj" fmla="val 13333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1810512"/>
            <a:ext cx="384048" cy="384048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18105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아이템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2221992"/>
            <a:ext cx="47548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아이템 종류마다 DataTable에 기준값(Threshold)과 가중치(Weight)를 적어 두고 점수를 매긴다. 체력이 낮으면 방어구 점수를 깎아서 힐팩부터 찾게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816352"/>
            <a:ext cx="5806440" cy="1097280"/>
          </a:xfrm>
          <a:prstGeom prst="roundRect">
            <a:avLst>
              <a:gd name="adj" fmla="val 13333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" y="2999232"/>
            <a:ext cx="384048" cy="384048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9992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299923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거리 감점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410712"/>
            <a:ext cx="47548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점수에서 AI와의 거리만큼 빼기 때문에, 점수가 비슷하면 가까운 쪽을 고른다.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4005072"/>
            <a:ext cx="5806440" cy="1097280"/>
          </a:xfrm>
          <a:prstGeom prst="roundRect">
            <a:avLst>
              <a:gd name="adj" fmla="val 13333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" y="4187952"/>
            <a:ext cx="384048" cy="384048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1879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418795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타겟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6192" y="4599432"/>
            <a:ext cx="47548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Behavior Tree 서비스(BTService_SelectTarget)가 누구와 싸울지 고르고, AIController가 그쪽으로 이동해 공격한다.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193792"/>
            <a:ext cx="5806440" cy="1097280"/>
          </a:xfrm>
          <a:prstGeom prst="roundRect">
            <a:avLst>
              <a:gd name="adj" fmla="val 13333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7552" y="5376672"/>
            <a:ext cx="384048" cy="384048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3766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537667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난이도 스폰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5788152"/>
            <a:ext cx="47548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DataTable에 맵별 캐릭터 Row와 Campaign_Count를 넣어 두고, 고른 난이도에 맞는 봇을 만든다.</a:t>
            </a:r>
          </a:p>
        </p:txBody>
      </p:sp>
      <p:sp>
        <p:nvSpPr>
          <p:cNvPr id="28" name="IMG_AI 캡처"/>
          <p:cNvSpPr/>
          <p:nvPr/>
        </p:nvSpPr>
        <p:spPr>
          <a:xfrm>
            <a:off x="6766560" y="1627632"/>
            <a:ext cx="4663440" cy="4663440"/>
          </a:xfrm>
          <a:prstGeom prst="roundRect">
            <a:avLst>
              <a:gd name="adj" fmla="val 2352"/>
            </a:avLst>
          </a:prstGeom>
          <a:solidFill>
            <a:srgbClr val="2A3345"/>
          </a:solidFill>
          <a:ln w="15875">
            <a:solidFill>
              <a:srgbClr val="3A445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1627632"/>
            <a:ext cx="4663440" cy="4663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DataTable / Behavior Tree 캡처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AI-Assisted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개발하면서 AI(Claude)로 문제를 푼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AI와 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7848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1956816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1956816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점프패드가 목표 지점에 정확히 안 떨어졌다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1956816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비대칭 중력 조건을 수식으로 정리하고, 풀이 방법을 같이 비교했다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7848" y="1956816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C++ 솔버 SuggestJumpPadVelocity와 JumpPadFlightComponent로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3035808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035808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로비 서버와 매치 서버가 따로 돌았다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3035808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기존 흐름을 읽히고, 서버 하나로 합치는 방법을 같이 설계했다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3035808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 한 개에서 ServerTravel로 넘어가는 TravelToMatch 구현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4114800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14800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서버에서 바꾼 값이 클라이언트에 반영되지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4114800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Push Model 복제가 왜 안 먹는지 단계별로 추적했다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14800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NetMulticast RPC로 알리고 클라이언트가 값을 가져가는 방식으로 변경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193792"/>
            <a:ext cx="10671048" cy="969264"/>
          </a:xfrm>
          <a:prstGeom prst="roundRect">
            <a:avLst>
              <a:gd name="adj" fmla="val 15094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193792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블루프린트(.uasset)는 텍스트로 읽을 수 없었다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5193792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바이너리에서 노드 · 변수 이름을 grep으로 뽑는 방법을 찾았다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7848" y="5193792"/>
            <a:ext cx="32918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AI가 블루프린트 구조를 파악하고 수정 방법을 단계별로 알려 줬다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Prompt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 · C++별로 AI를 어디에 어떻게 썼는지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AI를 쓴 부분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276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어떻게 물어봤는지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1956816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1956816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BPA_YJS_ JumpPad + C++ 솔버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956816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점프패드 발사 속도 계산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56816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기본 포물선 속도를 원하는 만큼 키우고 싶다고 말하고, 구현 방법을 물어봤다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2660904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2660904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BPA_YJS_ JumpPad (사운드)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660904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점프패드 3D 사운드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660904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쓰고 있는 점프패드 2종을 알려주고, 멀수록 소리가 작아지게 해 달라고 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3364992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3364992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WBP_LobbyMapSelect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364992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맵 선택 UI 좌우 넘김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WBP_MapSelect처럼 좌우 버튼으로 맵을 넘기고, MapData에 맵이 생기면 자동으로 추가되게 해 달라고 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4069080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4069080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WBP_Result + LobbyGameMode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069080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결과 화면에서 로비 복귀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069080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버튼을 누르면 서버가 죽고 클라이언트가 튕기는 증상을 그대로 적고 원인과 해결을 물어봤다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773168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4773168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캠페인 AI 소환 (DataTable)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4773168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캠페인 봇 소환 구조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773168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캠페인 봇 소환을 로비의 난이도 선택 흐름과 맞게 고쳐 달라고 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" y="5477256"/>
            <a:ext cx="10671048" cy="621792"/>
          </a:xfrm>
          <a:prstGeom prst="roundRect">
            <a:avLst>
              <a:gd name="adj" fmla="val 2058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" y="5477256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PlayerDefaultNameSettings (C++ DataAsset)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477256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플레이어 기본 닉네임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477256"/>
            <a:ext cx="4297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DataAsset이나 DataTable로 기본 닉네임을 정할 수 있게 해 달라고 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구현 목록별 일정 계획표 (2026.10.16 ~ 12.09, 8주)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600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W1  10/16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W2  10/23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W3  10/30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W4  11/06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W5  11/13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W6  11/20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W7  11/27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16002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W8  12/04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19659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9659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네트워크 · 서버 안정화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48456" y="2029967"/>
            <a:ext cx="88696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" y="24231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4231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이동 · 무기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576" y="2487168"/>
            <a:ext cx="88696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28803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28803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결과 화면 · 랭킹 · 연출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68696" y="2944368"/>
            <a:ext cx="184708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" y="33375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· 캠페인 · 밸런스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8816" y="3401568"/>
            <a:ext cx="184708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952" y="37947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7947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출품 · 현장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88936" y="3858768"/>
            <a:ext cx="184708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" y="42519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2519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구조 변경 · 최종 빌드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5" y="4315968"/>
            <a:ext cx="184708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8952" y="4709160"/>
            <a:ext cx="10671048" cy="384048"/>
          </a:xfrm>
          <a:prstGeom prst="roundRect">
            <a:avLst>
              <a:gd name="adj" fmla="val 23809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7091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제출물 제작 ·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09176" y="4773168"/>
            <a:ext cx="1847088" cy="256032"/>
          </a:xfrm>
          <a:prstGeom prst="roundRect">
            <a:avLst>
              <a:gd name="adj" fmla="val 50000"/>
            </a:avLst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" y="530352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MILESTONE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" y="5596128"/>
            <a:ext cx="2532888" cy="731520"/>
          </a:xfrm>
          <a:prstGeom prst="roundRect">
            <a:avLst>
              <a:gd name="adj" fmla="val 1750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5669280"/>
            <a:ext cx="822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10/29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669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1차 통합 빌드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792" y="5943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핵심 시스템 안정화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6432" y="5596128"/>
            <a:ext cx="2532888" cy="731520"/>
          </a:xfrm>
          <a:prstGeom prst="roundRect">
            <a:avLst>
              <a:gd name="adj" fmla="val 1750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39312" y="5669280"/>
            <a:ext cx="822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11/17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2272" y="5669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지스타용 빌드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2272" y="5943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기능 동결 · 빌드 완료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3912" y="5596128"/>
            <a:ext cx="2532888" cy="731520"/>
          </a:xfrm>
          <a:prstGeom prst="roundRect">
            <a:avLst>
              <a:gd name="adj" fmla="val 1750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5669280"/>
            <a:ext cx="822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11/27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59752" y="5669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구조 전환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59752" y="5943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세션 · 인증 · 접속 흐름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51392" y="5596128"/>
            <a:ext cx="2532888" cy="731520"/>
          </a:xfrm>
          <a:prstGeom prst="roundRect">
            <a:avLst>
              <a:gd name="adj" fmla="val 17500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34272" y="5669280"/>
            <a:ext cx="822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12/09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57232" y="5669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최종 제출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57232" y="5943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최종 빌드 · 문서 · 영상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Daily Plan 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10.16 ~ 10.29  |  기말까지 일 단위 작업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날짜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작업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178308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78308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8308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8308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현황 점검, 이슈 목록화, 기획서 제출 정리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2107691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2107691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107691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107691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107691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243230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243230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43230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43230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3230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2756915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2756915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2756915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756915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로비 → 매치 흐름 회귀 테스트 (서버 1 + 클라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756915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308152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08152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308152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08152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재접속 GameMode 시나리오 점검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08152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" y="3406139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3406139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3406139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3406139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로딩 화면 코디네이터 예외 케이스 수정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406139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8952" y="373075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373075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373075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373075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맵 선택 UI · Server_ChangeMap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73075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" y="4055363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" y="4055363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4055363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055363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이동기 4종 수치 조정 (DataAsset)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055363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437997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437997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10.24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0280" y="437997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437997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37997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70458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" y="470458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470458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470458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70458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8952" y="502920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9848" y="502920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0280" y="502920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3240" y="502920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JumpPad 비행 컴포넌트 맵별 배치 테스트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502920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952" y="535381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9848" y="535381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0280" y="535381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240" y="535381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포탈 / 텔레포트 멀티 클라이언트 검증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535381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8952" y="567842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9848" y="567842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567842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63240" y="567842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무기 투사체 수렴 · 충돌 보정, 로드아웃 밸런스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67842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8952" y="600303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69848" y="600303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0280" y="600303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63240" y="600303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1차 통합 빌드 및 중간 점검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600303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서버 · 이동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Daily Plan 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10.30 ~ 11.12  |  기말까지 일 단위 작업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날짜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작업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178308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78308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10.30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8308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8308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결과 화면 (WBP_Result) 레이아웃 마무리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2107691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2107691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10.31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107691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107691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107691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243230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243230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43230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43230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3230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2756915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2756915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2756915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756915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ResultRow 킬 / 데스 / 점수 바인딩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756915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308152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08152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308152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08152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랭킹 동점 처리 로직 구현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08152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" y="3406139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3406139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3406139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3406139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랭킹 동점 테스트 및 수정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406139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8952" y="373075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373075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373075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373075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킬스트릭 보이스 · 첫 킬 연출 점검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73075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" y="4055363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" y="4055363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4055363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055363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데스캠 · 복수 대상 UI 다듬기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055363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437997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437997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0280" y="437997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437997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37997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70458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" y="470458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470458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470458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70458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8952" y="502920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9848" y="502920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0280" y="502920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3240" y="502920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닉네임 / 아웃라인 규칙, BGM · 사운드 정리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502920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952" y="535381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9848" y="535381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0280" y="535381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240" y="535381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버프 연출 · 종료 예고음 최종 확인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535381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8952" y="567842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9848" y="567842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567842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63240" y="567842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아이템 가중치 DataTable 튜닝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67842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8952" y="600303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69848" y="600303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0280" y="600303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63240" y="600303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AI 타겟 선택 개선, 캠페인 난이도 DataTable 구성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600303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Daily Plan 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11.13 ~ 11.26  |  기말까지 일 단위 작업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날짜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작업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178308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78308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8308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8308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난이도 3단계 AI 테스트, 아이템 스폰 밸런스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2107691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2107691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107691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107691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107691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243230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243230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43230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43230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3230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2756915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2756915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2756915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756915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사망 드롭 · 스폰 선택 점검, 성능 프로파일링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756915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308152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08152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308152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08152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지스타용 빌드 완료: 기능 동결 및 최종 통합 빌드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08152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결과 · 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" y="3406139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3406139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3406139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3406139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현장 부스 설치 · 데모 빌드 점검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406139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지스타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8952" y="373075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373075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373075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373075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1일차: 현장 시연, 플레이어 피드백 수집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73075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지스타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" y="4055363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" y="4055363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4055363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055363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2일차: 현장 시연, 버그 · 피드백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055363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지스타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437997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437997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11.21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0280" y="437997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437997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지스타 3일차: 현장 시연, 피드백 수집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37997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지스타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70458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" y="470458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470458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470458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지스타 4일차: 현장 시연 (마지막 날)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70458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지스타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8952" y="502920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9848" y="502920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0280" y="502920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3240" y="502920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피드백 정리, 버그 수정 우선순위 선정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502920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전환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952" y="535381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9848" y="535381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0280" y="535381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240" y="535381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앱 ID 설정, OnlineSubsystemSteam 구성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535381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전환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8952" y="567842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9848" y="567842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567842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63240" y="567842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세션 생성 · 참가를 Steam 세션 기반으로 구조 변경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67842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전환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8952" y="600303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69848" y="600303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0280" y="600303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63240" y="600303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Dedicated Server 인증 및 접속 흐름 정리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600303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전환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Daily Plan 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11.27 ~ 12.09  |  기말까지 일 단위 작업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날짜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작업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8132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178308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78308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8308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8308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환경 로비 → 매치 흐름 테스트 (서버 1 + 클라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Steam 전환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2107691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2107691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107691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107691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107691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243230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243230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11.29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43230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43230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3230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2756915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2756915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11.30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2756915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756915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Steam 빌드 패키징 및 용량 최적화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756915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308152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08152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308152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08152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지스타 피드백 반영 버그 수정, 멀티 동기화 점검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08152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" y="3406139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3406139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3406139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3406139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최종 빌드 확정 및 회귀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406139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8952" y="373075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373075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373075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373075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기능별 시연 영상 · 스크린샷 촬영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73075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8952" y="4055363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" y="4055363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4055363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055363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BP 캡처 · 최종 문서 정리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055363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4379976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4379976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12.05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0280" y="4379976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4379976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379976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704588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" y="4704588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12.06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4704588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4704588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주말 - 백업 · 밀린 작업 점검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704588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8952" y="5029200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9848" y="5029200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0280" y="5029200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3240" y="5029200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소스 / uasset 압축 (ViewerProject), 오픈 테스트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5029200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952" y="5353812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9848" y="5353812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0280" y="5353812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240" y="5353812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발표 리허설, 제출 폴더 최종 점검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5353812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8952" y="5678424"/>
            <a:ext cx="10671048" cy="297180"/>
          </a:xfrm>
          <a:prstGeom prst="roundRect">
            <a:avLst>
              <a:gd name="adj" fmla="val 24615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9848" y="5678424"/>
            <a:ext cx="10972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12.09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5678424"/>
            <a:ext cx="64008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63240" y="5678424"/>
            <a:ext cx="640080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최종 제출 및 백업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678424"/>
            <a:ext cx="1737360" cy="2971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FD6B0"/>
                </a:solidFill>
                <a:latin typeface="Malgun Gothic"/>
                <a:ea typeface="Malgun Gothic"/>
                <a:cs typeface="Malgun Gothic"/>
              </a:rPr>
              <a:t>최종 빌드 · 제출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540187" cy="807707"/>
          </a:xfrm>
          <a:custGeom>
            <a:avLst/>
            <a:gdLst/>
            <a:ahLst/>
            <a:cxnLst/>
            <a:rect l="l" t="t" r="r" b="b"/>
            <a:pathLst>
              <a:path w="1540187" h="807707">
                <a:moveTo>
                  <a:pt x="0" y="0"/>
                </a:moveTo>
                <a:lnTo>
                  <a:pt x="732480" y="0"/>
                </a:lnTo>
                <a:lnTo>
                  <a:pt x="1540187" y="807707"/>
                </a:lnTo>
                <a:lnTo>
                  <a:pt x="807707" y="807707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0097"/>
            <a:ext cx="427610" cy="427610"/>
          </a:xfrm>
          <a:custGeom>
            <a:avLst/>
            <a:gdLst/>
            <a:ahLst/>
            <a:cxnLst/>
            <a:rect l="l" t="t" r="r" b="b"/>
            <a:pathLst>
              <a:path w="427610" h="427610">
                <a:moveTo>
                  <a:pt x="0" y="0"/>
                </a:moveTo>
                <a:lnTo>
                  <a:pt x="427610" y="427610"/>
                </a:lnTo>
                <a:lnTo>
                  <a:pt x="0" y="427610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429768"/>
            <a:ext cx="888796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069848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제출물 구성과 제출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6455664"/>
            <a:ext cx="63459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Shooting Arena  |  프로젝트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1048" y="6455664"/>
            <a:ext cx="758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62763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208483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0848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1" y="182880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기획서 (PPT)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224942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프로젝트 소개 · 게임 설명 · 작업목록 · AI 활용 ·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2763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08483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0848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0024" y="182880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프롬프트 사례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0024" y="224942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블루프린트별 AI 사용 요약은 기획서 23장에 수록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304495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1" y="350215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502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1" y="324612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C++ 소스 + 블루프린트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1" y="366674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Source_Cpp, Blueprints_uasset, 새 프로젝트로 열 수 있는 ViewerProject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304495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350215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3502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0024" y="324612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실행 exe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366674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패키징 빌드. 총 용량 400MB 이상이면 영상으로 대체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446227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1" y="491947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49194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1" y="46634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에디터 스크린샷 2장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1" y="508406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레벨 뷰포트, 블루프린트 에디터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1344" y="4462272"/>
            <a:ext cx="5248656" cy="1280160"/>
          </a:xfrm>
          <a:prstGeom prst="roundRect">
            <a:avLst>
              <a:gd name="adj" fmla="val 11428"/>
            </a:avLst>
          </a:prstGeom>
          <a:solidFill>
            <a:srgbClr val="21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5664" y="4919472"/>
            <a:ext cx="365760" cy="365760"/>
          </a:xfrm>
          <a:prstGeom prst="ellipse">
            <a:avLst/>
          </a:pr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5664" y="49194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4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0024" y="46634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Blueprint 캡처 + *.uasset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5084064"/>
            <a:ext cx="4206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영상 대체 시 대표 영상, 기능별 영상과 함께 소스도 제출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" y="5897880"/>
            <a:ext cx="10671048" cy="411480"/>
          </a:xfrm>
          <a:prstGeom prst="roundRect">
            <a:avLst>
              <a:gd name="adj" fmla="val 31111"/>
            </a:avLst>
          </a:prstGeom>
          <a:solidFill>
            <a:srgbClr val="2A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58978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제출 방법: 네이버 MYBOX에 업로드한 뒤 공유 링크로 제출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3557016" cy="1865376"/>
          </a:xfrm>
          <a:custGeom>
            <a:avLst/>
            <a:gdLst/>
            <a:ahLst/>
            <a:cxnLst/>
            <a:rect l="l" t="t" r="r" b="b"/>
            <a:pathLst>
              <a:path w="3557016" h="1865376">
                <a:moveTo>
                  <a:pt x="0" y="0"/>
                </a:moveTo>
                <a:lnTo>
                  <a:pt x="1691640" y="0"/>
                </a:lnTo>
                <a:lnTo>
                  <a:pt x="3557016" y="1865376"/>
                </a:lnTo>
                <a:lnTo>
                  <a:pt x="1865376" y="1865376"/>
                </a:lnTo>
                <a:close/>
              </a:path>
            </a:pathLst>
          </a:custGeom>
          <a:solidFill>
            <a:srgbClr val="7F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877824"/>
            <a:ext cx="987552" cy="987552"/>
          </a:xfrm>
          <a:custGeom>
            <a:avLst/>
            <a:gdLst/>
            <a:ahLst/>
            <a:cxnLst/>
            <a:rect l="l" t="t" r="r" b="b"/>
            <a:pathLst>
              <a:path w="987552" h="987552">
                <a:moveTo>
                  <a:pt x="0" y="0"/>
                </a:moveTo>
                <a:lnTo>
                  <a:pt x="987552" y="987552"/>
                </a:lnTo>
                <a:lnTo>
                  <a:pt x="0" y="987552"/>
                </a:lnTo>
                <a:close/>
              </a:path>
            </a:pathLst>
          </a:custGeom>
          <a:solidFill>
            <a:srgbClr val="2F6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1952" y="2414016"/>
            <a:ext cx="88879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3429000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F2F4F8"/>
                </a:solidFill>
                <a:latin typeface="Malgun Gothic"/>
                <a:ea typeface="Malgun Gothic"/>
                <a:cs typeface="Malgun Gothic"/>
              </a:rPr>
              <a:t>Shooting Arena  -  Unreal Engine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1952" y="4187952"/>
            <a:ext cx="2798064" cy="18288"/>
          </a:xfrm>
          <a:prstGeom prst="rect">
            <a:avLst/>
          </a:prstGeom>
          <a:solidFill>
            <a:srgbClr val="9A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1952" y="4398264"/>
            <a:ext cx="88879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AA6BA"/>
                </a:solidFill>
                <a:latin typeface="Malgun Gothic"/>
                <a:ea typeface="Malgun Gothic"/>
                <a:cs typeface="Malgun Gothic"/>
              </a:rPr>
              <a:t>github.com/Qusbell/BattleArena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